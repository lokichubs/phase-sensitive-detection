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2426-41D8-AFC3-B3B4-0DD80CFE2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705E8-0A9D-0FBF-CA44-8F767D14E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84D91-381E-0B05-B361-A78A08256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87BEF-F165-A188-FA36-70B58DDA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9D155-6A5E-98A6-1B7F-0C5284EC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6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E9BB-8F05-940B-526D-BDC2868C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4FC8E-807E-83FA-F4FF-FC56A9610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F9611-2F53-7828-00C8-4D0829C9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A7DF1-88AB-DACE-602A-3B755550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2AB92-909D-13E5-8CAD-3CB74C150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0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FCF9-F3FB-5E36-FB7B-9CE2785A7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441B3-7C12-0C12-7322-45AAC32FE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71090-419F-1EA9-516F-77CB0165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EB6EC-95C0-AF6F-316C-FE3399CA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46EFD-35ED-9054-ECAA-7AF03FEE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2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7781-0E43-0CE0-6E10-3CD9FE3F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79B1C-BEB8-CE6C-EF1F-31B30D7F7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04560-9CE4-D65A-2C31-0A659075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E89F5-DDDB-F5E1-67F7-D2C86E411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D3674-38A6-E512-D1B0-2B819F400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AF45F-2212-318A-B83C-4819E4A7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37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658E-3BCC-C77B-D9D0-0260682E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B22E8-A420-508C-DA5B-59BEBB37A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6F46F-AB9A-1471-73A5-EA6516FB8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88C79-42B7-932B-A1EB-F726D6238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1BA2D3-5429-D535-2AD9-9CC5065ACD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3F9341-F4D9-AA82-2719-77C29826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27018-2FF6-3414-DE12-8EF26627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16A42-E220-2750-72C1-392C1EDC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6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C377-DC3F-925A-4934-25E43EA3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0F98F-129D-1F3B-CB63-20B2384F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3AEDA-D87E-2476-E8B1-3A09BFDA5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25274-DE0D-51EB-F0B3-13FF5083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6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C1C6E-8AFE-DFF5-2C6C-9A28FCD23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8E16E-6975-0E66-B8C4-9FE0384D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F3261-1699-9B1E-275C-DE643C1E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30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5F11C-ADAD-87EC-635E-521F02CC1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C3154-D1E6-6687-A429-02E910FDD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F5C0E-422E-662B-E636-2C64EDF9B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FED93-8C78-881C-46A8-942C356E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C1615-824E-3EB5-206F-04F6CCC5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688DA-C192-AB2B-FB1D-8B1DB058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0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5446-804B-D2E8-8659-808630D54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D9D6D3-E831-F9D9-6050-9DA82DE88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2CAF2-C735-4509-B439-DB8A7B851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BF9BA-DE21-D4BC-C846-255FCB03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126EE-CF6D-F085-0F44-291AB095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FE0D3-8884-8F3B-78D5-F2A860AF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1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C2E2-DE88-C99F-2C38-49D30C5D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B0730-8331-B358-8848-7669732B1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1DB86-CC97-B0B5-BE4B-81376E03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474DC-EF55-4C84-264F-4D25B0734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B3D55-FFF0-C7B9-F3AA-A2762A5D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9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3B0F8F-3780-24DB-FDED-566FD3875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48527-D105-F280-D8AB-CF3700D5C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3C21-529B-518C-44DD-5230FD92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FB7A8-B7C6-02A9-3F14-FD467840C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E495A-E00F-024D-5151-3B244379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4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41C48D-B256-29F9-25B9-332BC395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3CA7E-E687-61D3-9595-26A7C59BE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DC5C3-1469-1978-DABD-CC676C449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DEED6-DCF5-4FDB-814A-C82A5C964D9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AB12E-1C6F-F3A5-DACC-02C8231F8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BC354-36A9-59FC-4839-62D9596AF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96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94455C-3500-E4AC-973E-A8DB8C9AB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24250" y="0"/>
            <a:ext cx="5143500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207C3A-481B-4AC8-A393-78290A433A09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1546058" y="4317477"/>
            <a:ext cx="3049678" cy="7286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45CF14-FD8A-E3DC-4704-5A069B53A268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2404578" y="2074913"/>
            <a:ext cx="3787878" cy="442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294F73-3FDF-05E4-6F53-0F632961D3AC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8041064" y="3951932"/>
            <a:ext cx="2517248" cy="6957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0FAD99-7C2E-C4FF-24C9-A247E1F9EB26}"/>
              </a:ext>
            </a:extLst>
          </p:cNvPr>
          <p:cNvSpPr txBox="1"/>
          <p:nvPr/>
        </p:nvSpPr>
        <p:spPr>
          <a:xfrm>
            <a:off x="687538" y="5046090"/>
            <a:ext cx="171704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Rpi-4B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EFFE32-24D2-9B63-7E6A-0AA425D7C874}"/>
              </a:ext>
            </a:extLst>
          </p:cNvPr>
          <p:cNvSpPr txBox="1"/>
          <p:nvPr/>
        </p:nvSpPr>
        <p:spPr>
          <a:xfrm>
            <a:off x="687538" y="1890247"/>
            <a:ext cx="171704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ADS1115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80E5AA-ACD8-F9D5-D106-80131C84EEB5}"/>
              </a:ext>
            </a:extLst>
          </p:cNvPr>
          <p:cNvSpPr txBox="1"/>
          <p:nvPr/>
        </p:nvSpPr>
        <p:spPr>
          <a:xfrm>
            <a:off x="9612162" y="4647673"/>
            <a:ext cx="18923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MAX4466 Microphone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E9FB1EA-CC07-D9D0-EA06-3ECB005EA440}"/>
                  </a:ext>
                </a:extLst>
              </p:cNvPr>
              <p:cNvSpPr txBox="1"/>
              <p:nvPr/>
            </p:nvSpPr>
            <p:spPr>
              <a:xfrm>
                <a:off x="9673715" y="2421513"/>
                <a:ext cx="1831658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Resistor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E9FB1EA-CC07-D9D0-EA06-3ECB005EA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715" y="2421513"/>
                <a:ext cx="1831658" cy="369332"/>
              </a:xfrm>
              <a:prstGeom prst="rect">
                <a:avLst/>
              </a:prstGeom>
              <a:blipFill>
                <a:blip r:embed="rId3"/>
                <a:stretch>
                  <a:fillRect t="-6349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E0A55B2-DF8E-6610-238D-6F8A811695EF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7456602" y="2606179"/>
            <a:ext cx="2217113" cy="12305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3DCD8B5-9E8C-093D-D6C3-60BB1DDFBCCC}"/>
              </a:ext>
            </a:extLst>
          </p:cNvPr>
          <p:cNvSpPr txBox="1"/>
          <p:nvPr/>
        </p:nvSpPr>
        <p:spPr>
          <a:xfrm>
            <a:off x="9673715" y="1471638"/>
            <a:ext cx="18316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Buzzer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B69CF8-B843-8A9A-ECA4-9BEAE0C6819A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7824543" y="1656304"/>
            <a:ext cx="1849172" cy="2769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24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A0B343-E66F-4B65-5DE8-8BA224303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030" y="1101836"/>
            <a:ext cx="4945929" cy="370944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F02A70-D46B-4F1B-3CC5-C4EA4D9FF9CC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740165" y="2903456"/>
            <a:ext cx="1985285" cy="3811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F6074A3-F401-CF3F-88C0-3A7B71173C39}"/>
              </a:ext>
            </a:extLst>
          </p:cNvPr>
          <p:cNvSpPr txBox="1"/>
          <p:nvPr/>
        </p:nvSpPr>
        <p:spPr>
          <a:xfrm>
            <a:off x="7866930" y="3284613"/>
            <a:ext cx="171704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 Fan – External Noise</a:t>
            </a:r>
          </a:p>
        </p:txBody>
      </p:sp>
    </p:spTree>
    <p:extLst>
      <p:ext uri="{BB962C8B-B14F-4D97-AF65-F5344CB8AC3E}">
        <p14:creationId xmlns:p14="http://schemas.microsoft.com/office/powerpoint/2010/main" val="169028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Sriram</dc:creator>
  <cp:lastModifiedBy>Lokesh Sriram</cp:lastModifiedBy>
  <cp:revision>31</cp:revision>
  <dcterms:created xsi:type="dcterms:W3CDTF">2025-10-17T15:35:00Z</dcterms:created>
  <dcterms:modified xsi:type="dcterms:W3CDTF">2025-11-09T18:58:22Z</dcterms:modified>
</cp:coreProperties>
</file>